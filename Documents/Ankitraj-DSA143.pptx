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7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3837DA-E550-158F-6AE3-D51F57B69543}" v="45" dt="2026-06-14T14:31:02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sz="2400">
                <a:solidFill>
                  <a:schemeClr val="lt1"/>
                </a:solidFill>
              </a:rPr>
              <a:t>Smart waste Collection &amp; recycling management system</a:t>
            </a:r>
            <a:endParaRPr lang="en-GB" sz="2400" dirty="0">
              <a:solidFill>
                <a:schemeClr val="lt1"/>
              </a:solidFill>
            </a:endParaRPr>
          </a:p>
          <a:p>
            <a:pPr marL="0" indent="0"/>
            <a:r>
              <a:rPr lang="en-GB" sz="1050" b="1" dirty="0">
                <a:solidFill>
                  <a:schemeClr val="lt1"/>
                </a:solidFill>
              </a:rPr>
              <a:t>By </a:t>
            </a:r>
            <a:r>
              <a:rPr lang="en-GB" sz="1300" b="1" dirty="0" err="1">
                <a:solidFill>
                  <a:schemeClr val="lt1"/>
                </a:solidFill>
              </a:rPr>
              <a:t>Ankitraj</a:t>
            </a:r>
            <a:r>
              <a:rPr lang="en-GB" sz="1300" b="1" dirty="0">
                <a:solidFill>
                  <a:schemeClr val="lt1"/>
                </a:solidFill>
              </a:rPr>
              <a:t> </a:t>
            </a:r>
            <a:r>
              <a:rPr lang="en-GB" sz="1300" b="1" dirty="0" err="1">
                <a:solidFill>
                  <a:schemeClr val="lt1"/>
                </a:solidFill>
              </a:rPr>
              <a:t>jha</a:t>
            </a:r>
            <a:endParaRPr lang="en-GB" sz="800" b="1" dirty="0" err="1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3E2577-9661-EA87-005F-E865F1227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0" y="777901"/>
            <a:ext cx="8964521" cy="354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5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E7EBDA-4E8D-D8FB-D535-5190DD77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17" r="54"/>
          <a:stretch>
            <a:fillRect/>
          </a:stretch>
        </p:blipFill>
        <p:spPr>
          <a:xfrm>
            <a:off x="165220" y="750980"/>
            <a:ext cx="8808845" cy="42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86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586BC3-59F5-ABD3-8AF6-03B5EA40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11" b="137"/>
          <a:stretch>
            <a:fillRect/>
          </a:stretch>
        </p:blipFill>
        <p:spPr>
          <a:xfrm>
            <a:off x="127524" y="1118931"/>
            <a:ext cx="8888951" cy="29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7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B88CE7-0732-3FB7-E6EF-E3E29285E2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88" r="55" b="101"/>
          <a:stretch>
            <a:fillRect/>
          </a:stretch>
        </p:blipFill>
        <p:spPr>
          <a:xfrm>
            <a:off x="309431" y="528992"/>
            <a:ext cx="8520415" cy="43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4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189</cp:revision>
  <dcterms:modified xsi:type="dcterms:W3CDTF">2026-06-14T14:31:46Z</dcterms:modified>
</cp:coreProperties>
</file>